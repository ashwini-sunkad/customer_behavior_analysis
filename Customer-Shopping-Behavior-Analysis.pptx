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Open Sans SemiBold"/>
      <p:regular r:id="rId201316"/>
    </p:embeddedFont>
    <p:embeddedFont>
      <p:font typeface="Unbounded"/>
      <p:regular r:id="rId201317"/>
    </p:embeddedFont>
    <p:embeddedFont>
      <p:font typeface="Unbounded Bold"/>
      <p:regular r:id="rId201318"/>
    </p:embeddedFont>
    <p:embeddedFont>
      <p:font typeface="Unbounded Black"/>
      <p:regular r:id="rId201319"/>
    </p:embeddedFont>
    <p:embeddedFont>
      <p:font typeface="Unbounded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of 3,900 transactions to reveal spending patterns, segments, product preferences, and subscription behavior to guide strategy.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907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6484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26020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Scope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668885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rows × 18 columns — customer demographics, purchase details, and shopping behavior.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06484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26020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668885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Location, Item, Category, Purchase Amount, Season, Rating, Subscription, Shipping, Discounts.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6293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Quality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8669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missing values in Review Rating column — handled during cleaning.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955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Preparation &amp; Feature Engineering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86943"/>
            <a:ext cx="5203794" cy="294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93766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with pandas; used df.info() and .describe().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3410148"/>
            <a:ext cx="5203794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Review Rating by category median.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Renamed columns to snake_case.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Engineered age_group and purchase_frequency_days.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Dropped promo_code_used after redundancy check with discount_applied.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Exported cleaned table to PostgreSQL for SQL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350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High-Level Statistics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803598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3.9K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661475" y="2663527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072209"/>
            <a:ext cx="30302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transactions / unique customers.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927972" y="1803598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$59.76</a:t>
            </a:r>
            <a:endParaRPr lang="en-US" sz="4900" dirty="0"/>
          </a:p>
        </p:txBody>
      </p:sp>
      <p:sp>
        <p:nvSpPr>
          <p:cNvPr id="8" name="Text 5"/>
          <p:cNvSpPr/>
          <p:nvPr/>
        </p:nvSpPr>
        <p:spPr>
          <a:xfrm>
            <a:off x="3927972" y="2663527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Avg Purchase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927972" y="3072209"/>
            <a:ext cx="30303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purchase amount across dataset.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294674" y="4149527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3.75</a:t>
            </a:r>
            <a:endParaRPr lang="en-US" sz="4900" dirty="0"/>
          </a:p>
        </p:txBody>
      </p:sp>
      <p:sp>
        <p:nvSpPr>
          <p:cNvPr id="11" name="Text 8"/>
          <p:cNvSpPr/>
          <p:nvPr/>
        </p:nvSpPr>
        <p:spPr>
          <a:xfrm>
            <a:off x="2294674" y="5009455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Avg Rating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2294674" y="5418138"/>
            <a:ext cx="30303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review rating (after imputation).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&amp; Spending Insights (SQL)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higher total revenue. SQL queries also identified high-spending discount users (839 rows) who used discounts yet spent above average.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9132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Products &amp; Discount Dependence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550642"/>
            <a:ext cx="1169561" cy="11695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67270" y="3550642"/>
            <a:ext cx="391041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Rated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67270" y="3959324"/>
            <a:ext cx="391041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Gloves (3.86), Sandals (3.84), Boots (3.82), Hat (3.80), Skirt (3.78)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15" y="3550642"/>
            <a:ext cx="1169561" cy="11695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710" y="3550642"/>
            <a:ext cx="391051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Discount-Dependent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619710" y="3959324"/>
            <a:ext cx="391051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discount rates: Hat 50.00%, Sneakers 49.66%, Coat 49.07%, Sweater 48.17%, Pants 47.37%.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Category Performance &amp; Top Items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387104"/>
            <a:ext cx="4113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items by category (most orders):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2859584"/>
            <a:ext cx="350421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Accessories: Jewelry, Sunglasses, Belt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Clothing: Blouse, Pants, Shirt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Footwear: Sandals, Shoes, Sneakers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Outerwear: Jacket, Coat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4739977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 drives the largest revenue and sales volume.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Segments &amp; Behavior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Segments defined by purchase history: Loyal customers dominate (3,116). Repeat buyers: 958 subscribers vs. 2,518 non-subscribers among repeat buyers.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Subscribers (1,053) vs Non-subscribers (2,847): avg spend ~ $59.5 and total revenue shown in SQL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Age &amp; Shipping Insights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by age group: Young Adults lead. Shipping comparison: Express average $60.48 vs Standard $58.46 — both similar but Express slightly higher.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Recommendations &amp; Dashboard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49413"/>
            <a:ext cx="6983932" cy="39576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82336" y="962620"/>
            <a:ext cx="3654135" cy="12700"/>
          </a:xfrm>
          <a:prstGeom prst="roundRect">
            <a:avLst>
              <a:gd name="adj" fmla="val 49999"/>
            </a:avLst>
          </a:prstGeom>
          <a:solidFill>
            <a:srgbClr val="333F70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882336" y="1052016"/>
            <a:ext cx="3654135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Power BI dashboard summarizes metrics: 3.9K customers, $59.76 avg purchase, 3.75 avg rating, revenue and sales by category and age group — supports these recommendations.</a:t>
            </a:r>
            <a:endParaRPr lang="en-US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336" y="1445320"/>
            <a:ext cx="3654135" cy="48722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1475" y="6423720"/>
            <a:ext cx="2681717" cy="617041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628" y="6530876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Boost Subscriptions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68628" y="6706791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 to increase recurring revenue.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3390418" y="6423720"/>
            <a:ext cx="2681816" cy="617041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97572" y="6530876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Loyalty Programs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497572" y="6706791"/>
            <a:ext cx="24675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grow the Loyal segment.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6119461" y="6423720"/>
            <a:ext cx="2681717" cy="617041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26615" y="6530876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Review Discounts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226615" y="6706791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discount-driven sales with margin controls for dependent products.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8848404" y="6423720"/>
            <a:ext cx="2681816" cy="617041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955558" y="6530876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 Positioning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955558" y="6706791"/>
            <a:ext cx="24675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and best-selling items in campaigns.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661475" y="7087989"/>
            <a:ext cx="10868745" cy="503634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8628" y="7195145"/>
            <a:ext cx="1065443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Targeted Marketing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68628" y="7371060"/>
            <a:ext cx="1065443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and express-shipping customers.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2026-09-03T05:19:42Z</dcterms:created>
  <dcterms:modified xsi:type="dcterms:W3CDTF">2026-09-03T05:19:42Z</dcterms:modified>
</cp:coreProperties>
</file>